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Online Fraud Payment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1546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DCE6F5"/>
                </a:solidFill>
              </a:defRPr>
            </a:pPr>
            <a:r>
              <a:t>Using Balanced Machine Learning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8D2E1"/>
                </a:solidFill>
              </a:defRPr>
            </a:pPr>
            <a:r>
              <a:t>Project Demonstration &amp;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62037"/>
                </a:solidFill>
              </a:defRPr>
            </a:pPr>
            <a:r>
              <a:t>Web-based application for detecting fraudulent payment transactions.</a:t>
            </a:r>
          </a:p>
          <a:p>
            <a:pPr>
              <a:spcAft>
                <a:spcPts val="1800"/>
              </a:spcAft>
              <a:defRPr sz="2100">
                <a:solidFill>
                  <a:srgbClr val="162037"/>
                </a:solidFill>
              </a:defRPr>
            </a:pPr>
            <a:r>
              <a:t>Uses machine learning models to classify transactions as normal or fraudulent.</a:t>
            </a:r>
          </a:p>
          <a:p>
            <a:pPr>
              <a:spcAft>
                <a:spcPts val="1800"/>
              </a:spcAft>
              <a:defRPr sz="2100">
                <a:solidFill>
                  <a:srgbClr val="162037"/>
                </a:solidFill>
              </a:defRPr>
            </a:pPr>
            <a:r>
              <a:t>Includes dataset loading, class balancing with SMOTE, model training, and fraud prediction.</a:t>
            </a:r>
          </a:p>
          <a:p>
            <a:pPr>
              <a:spcAft>
                <a:spcPts val="1800"/>
              </a:spcAft>
              <a:defRPr sz="2100">
                <a:solidFill>
                  <a:srgbClr val="162037"/>
                </a:solidFill>
              </a:defRPr>
            </a:pPr>
            <a:r>
              <a:t>Screenshots in this presentation show the project running and its main application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Technology / ML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2412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Python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Django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Pandas &amp; NumPy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Scikit-learn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Imbalanced-learn / SMOTE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Matplotlib &amp; Seaborn</a:t>
            </a:r>
          </a:p>
          <a:p>
            <a:pPr>
              <a:spcAft>
                <a:spcPts val="1200"/>
              </a:spcAft>
              <a:defRPr sz="2000">
                <a:solidFill>
                  <a:srgbClr val="162037"/>
                </a:solidFill>
              </a:defRPr>
            </a:pPr>
            <a:r>
              <a:t>• Random Forest and Naive Bayes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Project Running in Django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5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Project Running in Django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Project Home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Project Home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User Login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User Login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New User Registration Screen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New User Registration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Loaded Dataset and Class Distribution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Loaded Dataset and Class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Balanced Dataset Using SMOTE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Balanced Dataset Using SMOTE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ML Model Training and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ML Model Training and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037"/>
                </a:solidFill>
              </a:defRPr>
            </a:pPr>
            <a:r>
              <a:t>Fraud Detection Using Test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10972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(16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51" y="1417320"/>
            <a:ext cx="8050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362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6270"/>
                </a:solidFill>
              </a:defRPr>
            </a:pPr>
            <a:r>
              <a:t>Fraud Detection Using Test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Project Demonstration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6F5"/>
                </a:solidFill>
              </a:defRPr>
            </a:pPr>
            <a:r>
              <a:t>Online Fraud Payment Detection using Balanced ML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647688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